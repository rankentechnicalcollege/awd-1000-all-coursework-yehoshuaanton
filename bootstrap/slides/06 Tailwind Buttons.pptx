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763f5ed-0d73-64ee-0cf5-5edb3f5cc80f}">
          <p14:sldIdLst>
            <p14:sldId id="256"/>
            <p14:sldId id="257"/>
          </p14:sldIdLst>
        </p14:section>
        <p14:section name="Examples" id="{80ed7a92-2a30-aa0c-42e9-aa2f6bc9fe07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More" id="{5070b52f-52da-351a-82a4-f13ebf5fea7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995928" y="2514600"/>
            <a:ext cx="420624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995928" y="3840480"/>
            <a:ext cx="4206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ctr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Section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 Content">
    <p:bg>
      <p:bgPr>
        <a:solidFill>
          <a:srgbClr val="E2E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hover-focus-and-other-state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preflight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background-color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cursor" TargetMode="External"/><Relationship Id="rId2" Type="http://schemas.openxmlformats.org/officeDocument/2006/relationships/hyperlink" Target="https://tailwindcss.com/docs/background-color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border-color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padding" TargetMode="External"/><Relationship Id="rId2" Type="http://schemas.openxmlformats.org/officeDocument/2006/relationships/hyperlink" Target="https://tailwindcss.com/docs/font-size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hover-focus-and-other-state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functions-and-directive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tailwindcss.com/docs/hover-focus-and-other-states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548640" y="-731520"/>
            <a:ext cx="2377440" cy="2377440"/>
          </a:xfrm>
          <a:prstGeom prst="rect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1280160" y="365760"/>
            <a:ext cx="1828800" cy="1828800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-365760" y="2194560"/>
            <a:ext cx="2011680" cy="2011680"/>
          </a:xfrm>
          <a:prstGeom prst="rect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463040" y="2377440"/>
            <a:ext cx="1463040" cy="1463040"/>
          </a:xfrm>
          <a:prstGeom prst="rect">
            <a:avLst/>
          </a:prstGeom>
          <a:solidFill>
            <a:srgbClr val="EC4899">
              <a:alpha val="6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600000">
            <a:off x="182880" y="4206240"/>
            <a:ext cx="2194560" cy="2194560"/>
          </a:xfrm>
          <a:prstGeom prst="rect">
            <a:avLst/>
          </a:prstGeom>
          <a:solidFill>
            <a:srgbClr val="FBBF24">
              <a:alpha val="7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800000">
            <a:off x="2377440" y="4480560"/>
            <a:ext cx="1645920" cy="1645920"/>
          </a:xfrm>
          <a:prstGeom prst="rect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500000">
            <a:off x="2743200" y="-365760"/>
            <a:ext cx="1280160" cy="1280160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3600000">
            <a:off x="2194560" y="1645920"/>
            <a:ext cx="1005840" cy="1005840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800000">
            <a:off x="8778240" y="-548640"/>
            <a:ext cx="2011680" cy="2011680"/>
          </a:xfrm>
          <a:prstGeom prst="rect">
            <a:avLst/>
          </a:prstGeom>
          <a:solidFill>
            <a:srgbClr val="14B8A6">
              <a:alpha val="6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600000">
            <a:off x="10424160" y="822960"/>
            <a:ext cx="1828800" cy="182880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400000">
            <a:off x="9326880" y="2560320"/>
            <a:ext cx="1371600" cy="1371600"/>
          </a:xfrm>
          <a:prstGeom prst="rect">
            <a:avLst/>
          </a:prstGeom>
          <a:solidFill>
            <a:srgbClr val="FBBF24">
              <a:alpha val="60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200000">
            <a:off x="10789920" y="3108960"/>
            <a:ext cx="1920240" cy="1920240"/>
          </a:xfrm>
          <a:prstGeom prst="rect">
            <a:avLst/>
          </a:prstGeom>
          <a:solidFill>
            <a:srgbClr val="6366F1">
              <a:alpha val="7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900000">
            <a:off x="8595360" y="4572000"/>
            <a:ext cx="2103120" cy="2103120"/>
          </a:xfrm>
          <a:prstGeom prst="rect">
            <a:avLst/>
          </a:prstGeom>
          <a:solidFill>
            <a:srgbClr val="EC4899">
              <a:alpha val="6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3000000">
            <a:off x="10607040" y="5120640"/>
            <a:ext cx="1463040" cy="1463040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7328" y="2194560"/>
            <a:ext cx="466344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77056" y="2304288"/>
            <a:ext cx="4443984" cy="2157984"/>
          </a:xfrm>
          <a:prstGeom prst="rect">
            <a:avLst/>
          </a:prstGeom>
          <a:solidFill>
            <a:srgbClr val="1E293B">
              <a:alpha val="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3995928" y="251460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spc="2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BUTTONS</a:t>
            </a:r>
            <a:endParaRPr lang="en-US" sz="34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3995928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Ranken Technical College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Buttons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has no </a:t>
            </a:r>
            <a:pPr indent="0" marL="0">
              <a:buNone/>
            </a:pPr>
            <a:r>
              <a:rPr lang="en-US" sz="17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</a:t>
            </a:r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class. You style buttons with utilities for color, padding, rounded corners, and states.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94560"/>
            <a:ext cx="6217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Easy to apply, and every detail is up to you.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Give boring HTML buttons and links an updated design.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Styles can be used on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or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&lt;input&gt;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tags.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state variants like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hover: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focus-visible: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and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disabled: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Works in all modern browsers.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2194560"/>
            <a:ext cx="42519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32904" y="2203704"/>
            <a:ext cx="42336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33488" y="22860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79792" y="228600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6096" y="2286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224028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70648" y="271576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87968" y="271576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4B5563"/>
          </a:solidFill>
          <a:ln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305288" y="271576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70648" y="326440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87968" y="326440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ACC15"/>
          </a:solidFill>
          <a:ln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305288" y="326440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>
            <a:solidFill>
              <a:srgbClr val="06B6D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https://tailwindcss.com/docs/hover-focus-and-other-states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Unstyled Links &amp; Buttons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58521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5486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href="#"&gt;Link&lt;/a&gt;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type="button"&gt;Button&lt;/button&gt;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type="button" value="Input"&gt;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3464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Preflight resets buttons: no background, no border, no padding.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Links inherit the text color and lose their underline.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Everything looks like plain text until you add utilities.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13716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Browser default (no Tailwind)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0" y="1691640"/>
            <a:ext cx="4526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58584" y="1700784"/>
            <a:ext cx="450799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59168" y="17830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05472" y="178308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51776" y="17830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43800" y="173736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96328" y="21671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00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44968" y="2167128"/>
            <a:ext cx="731520" cy="292608"/>
          </a:xfrm>
          <a:prstGeom prst="roundRect">
            <a:avLst>
              <a:gd name="adj" fmla="val 6250"/>
            </a:avLst>
          </a:prstGeom>
          <a:solidFill>
            <a:srgbClr val="EFEFEF"/>
          </a:solidFill>
          <a:ln w="12700">
            <a:solidFill>
              <a:srgbClr val="76767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Button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67928" y="2167128"/>
            <a:ext cx="640080" cy="292608"/>
          </a:xfrm>
          <a:prstGeom prst="roundRect">
            <a:avLst>
              <a:gd name="adj" fmla="val 6250"/>
            </a:avLst>
          </a:prstGeom>
          <a:solidFill>
            <a:srgbClr val="EFEFEF"/>
          </a:solidFill>
          <a:ln w="12700">
            <a:solidFill>
              <a:srgbClr val="76767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29718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With Tailwind’s Preflight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0" y="3291840"/>
            <a:ext cx="4526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58584" y="3300984"/>
            <a:ext cx="450799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59168" y="33832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05472" y="338328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51776" y="33832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333756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196328" y="3767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  Button   Input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https://tailwindcss.com/docs/preflight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Colored Links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035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5669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href="#"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inline-block rounded-md px-4 py-2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bg-blue-600 text-white hover:bg-blue-700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926080"/>
          <a:ext cx="6035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480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Bootstrap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Tailwind color utilities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btn-primary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bg-blue-600 text-white hover:bg-blue-700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btn-secondary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bg-gray-600 text-white hover:bg-gray-700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btn-success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bg-green-600 text-white hover:bg-green-700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btn-danger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bg-red-600 text-white hover:bg-red-700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btn-warning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bg-yellow-400 text-gray-900 hover:bg-yellow-500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btn-info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bg-cyan-500 text-gray-900 hover:bg-cyan-600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btn-light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bg-gray-100 text-gray-900 hover:bg-gray-200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btn-dark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bg-gray-900 text-white hover:bg-gray-800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btn-link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text-blue-600 underline hover:text-blue-800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1371600"/>
            <a:ext cx="43891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95744" y="1380744"/>
            <a:ext cx="437083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9632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4263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8893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0" y="1417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333488" y="189280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750808" y="189280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4B5563"/>
          </a:solidFill>
          <a:ln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168128" y="189280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33488" y="244144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750808" y="244144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ACC15"/>
          </a:solidFill>
          <a:ln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168128" y="244144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>
            <a:solidFill>
              <a:srgbClr val="06B6D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33488" y="299008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750808" y="299008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168128" y="299008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086600" y="37490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shape classes the same and swap only the color classes.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https://tailwindcss.com/docs/background-color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Colored Buttons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0350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566928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type="button"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cursor-pointer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rounded-md px-4 py-2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bg-blue-600 text-white hover:bg-blue-700"&gt;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type="button"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class="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cursor-pointer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rounded-md px-4 py-2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bg-gray-600 text-white hover:bg-gray-700"&gt;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Secondary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086600" y="1371600"/>
            <a:ext cx="43891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95744" y="1380744"/>
            <a:ext cx="437083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96328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42632" y="14630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88936" y="14630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1417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33488" y="189280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50808" y="189280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4B5563"/>
          </a:solidFill>
          <a:ln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168128" y="189280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33488" y="244144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50808" y="244144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ACC15"/>
          </a:solidFill>
          <a:ln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168128" y="244144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>
            <a:solidFill>
              <a:srgbClr val="06B6D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33488" y="299008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50808" y="299008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68128" y="299008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86600" y="3794760"/>
            <a:ext cx="4389120" cy="1280160"/>
          </a:xfrm>
          <a:prstGeom prst="roundRect">
            <a:avLst>
              <a:gd name="adj" fmla="val 5714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51192" y="3886200"/>
            <a:ext cx="4059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cursor-pointer?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 Tailwind 4, buttons show the normal arrow cursor. Add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cursor-pointer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for the hand.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https://tailwindcss.com/docs/cursor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https://tailwindcss.com/docs/background-color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Outline Buttons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035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56692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type="button"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class="cursor-pointer rounded-md px-4 py-2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border border-blue-600 text-blue-600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hover:bg-blue-600 hover:text-white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3703320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3776472"/>
            <a:ext cx="5705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Bootstrap 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btn-outline-primary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Tailwind  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 border-blue-600 text-blue-600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61772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a border and colored text instead of a filled background. On hover, fill it in.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13716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86600" y="1691640"/>
            <a:ext cx="43891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95744" y="1700784"/>
            <a:ext cx="437083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96328" y="17830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42632" y="178308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88936" y="178308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1737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33488" y="221284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0"/>
            </a:srgbClr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50808" y="221284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0"/>
            </a:srgbClr>
          </a:solidFill>
          <a:ln w="12700"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68128" y="221284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33488" y="276148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Danger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50808" y="276148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0"/>
            </a:srgbClr>
          </a:solidFill>
          <a:ln w="12700"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168128" y="276148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0"/>
            </a:srgbClr>
          </a:solidFill>
          <a:ln w="12700">
            <a:solidFill>
              <a:srgbClr val="06B6D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611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Solid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86600" y="3931920"/>
            <a:ext cx="43891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95744" y="3941064"/>
            <a:ext cx="437083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96328" y="402336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42632" y="402336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88936" y="402336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0" y="3977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33488" y="445312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50808" y="445312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4B5563"/>
          </a:solidFill>
          <a:ln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68128" y="445312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33488" y="500176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Danger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50808" y="500176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ACC15"/>
          </a:solidFill>
          <a:ln>
            <a:solidFill>
              <a:srgbClr val="FACC1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68128" y="5001768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>
            <a:solidFill>
              <a:srgbClr val="06B6D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https://tailwindcss.com/docs/border-color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Button Sizes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Change the padding and font size to make buttons larger or smaller.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Size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Bootstrap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Tailwind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9A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Large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btn-lg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px-6 py-3 text-lg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Regular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btn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px-4 py-2 text-base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Small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btn-sm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px-2 py-1 text-sm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365760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8680" y="3767328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type="button" class="rounded-md bg-blue-600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text-white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px-6 py-3 text-lg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"&gt;Large Button&lt;/button&gt;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086600" y="1828800"/>
            <a:ext cx="43891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95744" y="1837944"/>
            <a:ext cx="437083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96328" y="19202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42632" y="192024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88936" y="19202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80960" y="1874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index.html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379208" y="2395728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Button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299448" y="2395728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4B5563"/>
          </a:solidFill>
          <a:ln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 Button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79208" y="312724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Button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979408" y="312724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4B5563"/>
          </a:solidFill>
          <a:ln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Button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79208" y="385876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Button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567928" y="385876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4B5563"/>
          </a:solidFill>
          <a:ln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Button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5806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https://tailwindcss.com/docs/padding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https://tailwindcss.com/docs/font-size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Button States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65836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81328"/>
            <a:ext cx="621792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type="button"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class="cursor-pointer rounded-md bg-blue-600 px-4 py-2 text-white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hover:bg-blue-700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focus-visible:outline-2 focus-visible:outline-offset-2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focus-visible:outline-blue-600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active:bg-blue-800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disabled:cursor-not-allowed disabled:opacity-50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5262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 a </a:t>
            </a:r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in front of any utility and it only applies in that state.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64040" y="141732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64040" y="219456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focus-visible: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90888" y="2907792"/>
            <a:ext cx="1243584" cy="585216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64040" y="297180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64040" y="374904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disabled: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64040" y="452628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2563EB">
              <a:alpha val="50000"/>
            </a:srgbClr>
          </a:solidFill>
          <a:ln>
            <a:solidFill>
              <a:srgbClr val="2563EB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https://tailwindcss.com/docs/hover-focus-and-other-states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Reusing Button Styles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If every button shares the same shape, bundle those utilities into your own class with </a:t>
            </a:r>
            <a:pPr indent="0" marL="0">
              <a:buNone/>
            </a:pPr>
            <a:r>
              <a:rPr lang="en-US" sz="16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@apply</a:t>
            </a:r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4008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75688"/>
            <a:ext cx="603504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 type="text/tailwindcss"&gt;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@layer components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.btn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@apply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inline-block cursor-pointer rounded-md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px-4 py-2 font-medium;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.btn-primary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@apply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bg-blue-600 text-white hover:bg-blue-700;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&lt;/style&gt;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06640" y="196596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589520" y="2075688"/>
            <a:ext cx="37033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class="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highlight>
                  <a:srgbClr val="FDE04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btn btn-primary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0" y="333756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06640" y="397764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71232" y="4069080"/>
            <a:ext cx="3739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54D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Look familiar?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You just rebuilt Bootstrap’s </a:t>
            </a:r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 btn-primary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with your own design.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https://tailwindcss.com/docs/functions-and-directives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More Examples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685800" y="2926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u="sng" dirty="0">
                <a:solidFill>
                  <a:srgbClr val="0369A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https://tailwindcss.com/docs/hover-focus-and-other-states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179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Tailwind Buttons</dc:title>
  <dc:subject>Tailwind CSS</dc:subject>
  <dc:creator>Ranken Technical College</dc:creator>
  <cp:lastModifiedBy>Ranken Technical College</cp:lastModifiedBy>
  <cp:revision>1</cp:revision>
  <dcterms:created xsi:type="dcterms:W3CDTF">2026-10-08T13:18:10Z</dcterms:created>
  <dcterms:modified xsi:type="dcterms:W3CDTF">2026-10-08T13:18:10Z</dcterms:modified>
</cp:coreProperties>
</file>