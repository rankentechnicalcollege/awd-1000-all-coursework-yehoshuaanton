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f034198-4385-697e-4d06-f2284f2b65e7}">
          <p14:sldIdLst>
            <p14:sldId id="256"/>
            <p14:sldId id="257"/>
            <p14:sldId id="258"/>
          </p14:sldIdLst>
        </p14:section>
        <p14:section name="Examples" id="{e05fe787-6a0e-08e6-f49a-cdb4e52c460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More" id="{7a14481b-a4e7-8b26-734e-e482d24dd3d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Content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styling-with-utility-class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styling-with-utility-class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styling-with-utility-class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styling-with-utility-class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styling-with-utility-class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styling-with-utility-class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styling-with-utility-class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background-color" TargetMode="External"/><Relationship Id="rId2" Type="http://schemas.openxmlformats.org/officeDocument/2006/relationships/hyperlink" Target="https://tailwindcss.com/docs/color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object-fit" TargetMode="External"/><Relationship Id="rId3" Type="http://schemas.openxmlformats.org/officeDocument/2006/relationships/hyperlink" Target="https://tailwindcss.com/docs/overflow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object-fit" TargetMode="External"/><Relationship Id="rId3" Type="http://schemas.openxmlformats.org/officeDocument/2006/relationships/hyperlink" Target="https://tailwindcss.com/docs/overflow" TargetMode="External"/><Relationship Id="rId1" Type="http://schemas.openxmlformats.org/officeDocument/2006/relationships/image" Target="../media/image-13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flex-direction" TargetMode="External"/><Relationship Id="rId3" Type="http://schemas.openxmlformats.org/officeDocument/2006/relationships/hyperlink" Target="https://tailwindcss.com/docs/object-fit" TargetMode="External"/><Relationship Id="rId1" Type="http://schemas.openxmlformats.org/officeDocument/2006/relationships/image" Target="../media/image-14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flex-direction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unctions-and-directives" TargetMode="External"/><Relationship Id="rId2" Type="http://schemas.openxmlformats.org/officeDocument/2006/relationships/hyperlink" Target="https://tailwindcss.com/docs/adding-custom-styles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styling-with-utility-class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548640" y="-731520"/>
            <a:ext cx="2377440" cy="2377440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280160" y="365760"/>
            <a:ext cx="1828800" cy="182880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-365760" y="2194560"/>
            <a:ext cx="2011680" cy="201168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63040" y="2377440"/>
            <a:ext cx="1463040" cy="146304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600000">
            <a:off x="182880" y="4206240"/>
            <a:ext cx="2194560" cy="2194560"/>
          </a:xfrm>
          <a:prstGeom prst="rect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2377440" y="4480560"/>
            <a:ext cx="1645920" cy="1645920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2743200" y="-365760"/>
            <a:ext cx="1280160" cy="128016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600000">
            <a:off x="2194560" y="1645920"/>
            <a:ext cx="1005840" cy="10058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800000">
            <a:off x="8778240" y="-548640"/>
            <a:ext cx="2011680" cy="201168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00000">
            <a:off x="10424160" y="822960"/>
            <a:ext cx="1828800" cy="18288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400000">
            <a:off x="9326880" y="2560320"/>
            <a:ext cx="1371600" cy="137160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00000">
            <a:off x="10789920" y="3108960"/>
            <a:ext cx="1920240" cy="192024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00000">
            <a:off x="8595360" y="4572000"/>
            <a:ext cx="2103120" cy="210312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3000000">
            <a:off x="10607040" y="5120640"/>
            <a:ext cx="1463040" cy="14630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2194560"/>
            <a:ext cx="46634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77056" y="2304288"/>
            <a:ext cx="4443984" cy="2157984"/>
          </a:xfrm>
          <a:prstGeom prst="rect">
            <a:avLst/>
          </a:prstGeom>
          <a:solidFill>
            <a:srgbClr val="1E293B">
              <a:alpha val="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CARDS</a:t>
            </a:r>
            <a:endParaRPr lang="en-US" sz="3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Ranken Technical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a card?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Cards are used to represent items in a list/array.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twitter: tweets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pinterest: images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youtube: videos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yelp: places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social media: posts and comments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news media: articles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ecommerce: products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1463040"/>
            <a:ext cx="2240280" cy="1906524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75704" y="1472184"/>
            <a:ext cx="2221992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12864" y="2523744"/>
            <a:ext cx="194767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Sunset Hike</a:t>
            </a:r>
            <a:endParaRPr lang="en-US" sz="1170" dirty="0"/>
          </a:p>
        </p:txBody>
      </p:sp>
      <p:sp>
        <p:nvSpPr>
          <p:cNvPr id="8" name="Text 5"/>
          <p:cNvSpPr txBox="1"/>
          <p:nvPr/>
        </p:nvSpPr>
        <p:spPr>
          <a:xfrm>
            <a:off x="6912864" y="2814066"/>
            <a:ext cx="1947672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Posted 2 hours ago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912864" y="3050667"/>
            <a:ext cx="194767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 description of the item.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189720" y="1463040"/>
            <a:ext cx="2240280" cy="992124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336024" y="1609344"/>
            <a:ext cx="194767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Trail Mix</a:t>
            </a:r>
            <a:endParaRPr lang="en-US" sz="1170" dirty="0"/>
          </a:p>
        </p:txBody>
      </p:sp>
      <p:sp>
        <p:nvSpPr>
          <p:cNvPr id="12" name="Text 9"/>
          <p:cNvSpPr txBox="1"/>
          <p:nvPr/>
        </p:nvSpPr>
        <p:spPr>
          <a:xfrm>
            <a:off x="9336024" y="1899666"/>
            <a:ext cx="1947672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$4.99 • In stock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4" y="2136267"/>
            <a:ext cx="194767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 description of the item.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189720" y="3291840"/>
            <a:ext cx="2240280" cy="992124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336024" y="3438144"/>
            <a:ext cx="194767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Great views!</a:t>
            </a:r>
            <a:endParaRPr lang="en-US" sz="1170" dirty="0"/>
          </a:p>
        </p:txBody>
      </p:sp>
      <p:sp>
        <p:nvSpPr>
          <p:cNvPr id="16" name="Text 13"/>
          <p:cNvSpPr txBox="1"/>
          <p:nvPr/>
        </p:nvSpPr>
        <p:spPr>
          <a:xfrm>
            <a:off x="9336024" y="3728466"/>
            <a:ext cx="1947672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336024" y="3965067"/>
            <a:ext cx="194767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 description of the item.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Cards in Tailwind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has </a:t>
            </a:r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class. You build a card by combining utilities: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rounded-lg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rounded corners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146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 border-gray-200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a thin light-gray border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632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bg-white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white background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6118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6118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shadow-sm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a small drop shadow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6052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p-5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padding inside the card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7091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mb-4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space below each card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More work up front, but you control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detail of the design.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98080" y="1920240"/>
            <a:ext cx="39776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07224" y="192938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808" y="2011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4112" y="20116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0416" y="20116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92440" y="19659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44968" y="2441448"/>
            <a:ext cx="3483864" cy="938530"/>
          </a:xfrm>
          <a:prstGeom prst="roundRect">
            <a:avLst>
              <a:gd name="adj" fmla="val 584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891272" y="2587752"/>
            <a:ext cx="3191256" cy="2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5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Card title</a:t>
            </a:r>
            <a:endParaRPr lang="en-US" sz="1235" dirty="0"/>
          </a:p>
        </p:txBody>
      </p:sp>
      <p:sp>
        <p:nvSpPr>
          <p:cNvPr id="31" name="Text 29"/>
          <p:cNvSpPr txBox="1"/>
          <p:nvPr/>
        </p:nvSpPr>
        <p:spPr>
          <a:xfrm>
            <a:off x="7891272" y="2889631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Basic Card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mb-4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bg-white shadow-sm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p-5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327355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mb-3  /  card-body  /  card-text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rounded-lg border ...  /  p-5  /  text-gray-700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1404747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636651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91272" y="2039112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 Title and Subtitle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bg-white shadow-sm"&gt;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mb-2 text-lg font-semibold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"&gt;Card title&lt;/h5&gt;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&lt;h6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mb-2 text-sm text-gray-500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"&gt;Card subtitle&lt;/h6&gt;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368503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card-title  card-subtitle text-muted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text-lg font-semibold  text-sm text-gray-500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1951800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1183704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91272" y="2039112"/>
            <a:ext cx="3191256" cy="2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5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Card title</a:t>
            </a:r>
            <a:endParaRPr lang="en-US" sz="1235" dirty="0"/>
          </a:p>
        </p:txBody>
      </p:sp>
      <p:sp>
        <p:nvSpPr>
          <p:cNvPr id="15" name="Text 13"/>
          <p:cNvSpPr txBox="1"/>
          <p:nvPr/>
        </p:nvSpPr>
        <p:spPr>
          <a:xfrm>
            <a:off x="7891272" y="2340991"/>
            <a:ext cx="3191256" cy="19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subtitle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891272" y="2586165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 Header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bg-white shadow-sm"&gt;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 border-gray-200 bg-gray-50 px-5 py-3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class="mb-1 text-lg font-semibold"&gt;Card title&lt;/h5&gt;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&lt;h6 class="text-sm text-gray-500"&gt;Card subtitle&lt;/h6&gt;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402336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09651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card-header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 border-gray-200 bg-gray-50 px-5 py-3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1971675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1203579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54112" y="1901952"/>
            <a:ext cx="3465576" cy="557784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44968" y="2459736"/>
            <a:ext cx="348386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91272" y="1947672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5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title</a:t>
            </a:r>
            <a:endParaRPr lang="en-US" sz="1235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subtitle</a:t>
            </a:r>
            <a:endParaRPr lang="en-US" sz="1235" dirty="0"/>
          </a:p>
        </p:txBody>
      </p:sp>
      <p:sp>
        <p:nvSpPr>
          <p:cNvPr id="17" name="Text 15"/>
          <p:cNvSpPr txBox="1"/>
          <p:nvPr/>
        </p:nvSpPr>
        <p:spPr>
          <a:xfrm>
            <a:off x="7891272" y="2606040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 Footer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bg-white shadow-sm"&gt;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 border-gray-200 bg-gray-50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px-5 py-3 text-sm text-gray-500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days ago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402336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09651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card-footer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 border-gray-200 bg-gray-50 px-5 py-3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1679067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910971"/>
          </a:xfrm>
          <a:prstGeom prst="roundRect">
            <a:avLst>
              <a:gd name="adj" fmla="val 602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91272" y="2039112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44968" y="2529459"/>
            <a:ext cx="348386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54112" y="2538603"/>
            <a:ext cx="3465576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91272" y="2529459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3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days ago</a:t>
            </a:r>
            <a:endParaRPr lang="en-US" sz="903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 Header and Footer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bg-white shadow-sm"&gt;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 border-gray-200 bg-gray-50 px-5 py-3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 border-gray-200 bg-gray-50 px-5 py-3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days ago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0"/>
            <a:ext cx="3977640" cy="1971675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44968" y="1892808"/>
            <a:ext cx="3483864" cy="1203579"/>
          </a:xfrm>
          <a:prstGeom prst="roundRect">
            <a:avLst>
              <a:gd name="adj" fmla="val 45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54112" y="1901952"/>
            <a:ext cx="3465576" cy="283464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44968" y="2185416"/>
            <a:ext cx="348386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91272" y="189280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891272" y="2331720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44968" y="2822067"/>
            <a:ext cx="348386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54112" y="2831211"/>
            <a:ext cx="3465576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91272" y="2822067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3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days ago</a:t>
            </a:r>
            <a:endParaRPr lang="en-US" sz="903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 with Button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628900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2409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bg-white shadow-sm"&gt;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class="mb-2 text-lg font-semibold"&gt;Card title&lt;/h5&gt;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class="mb-4 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href="#"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inline-block rounded-md bg-blue-600 px-4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py-2 text-white hover:bg-blue-700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Go somewhere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422910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30225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 btn-primary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inline-block rounded-md bg-blue-600 px-4 py-2 ...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2063242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1295146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91272" y="2039112"/>
            <a:ext cx="3191256" cy="2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5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Card title</a:t>
            </a:r>
            <a:endParaRPr lang="en-US" sz="1235" dirty="0"/>
          </a:p>
        </p:txBody>
      </p:sp>
      <p:sp>
        <p:nvSpPr>
          <p:cNvPr id="15" name="Text 13"/>
          <p:cNvSpPr txBox="1"/>
          <p:nvPr/>
        </p:nvSpPr>
        <p:spPr>
          <a:xfrm>
            <a:off x="7891272" y="2340991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91272" y="2730754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somewhere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 Alignment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21742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bg-white shadow-sm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text-center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class="mb-2 text-lg font-semibold"&gt;Center Aligned&lt;/h5&gt;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class="mb-4 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href="#" class="inline-block rounded-md bg-blue-600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px-4 py-2 text-white"&gt;Go somewhere&lt;/a&gt;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81762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389077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text-center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text-center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2063242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1295146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91272" y="2039112"/>
            <a:ext cx="3191256" cy="2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35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Center Aligned</a:t>
            </a:r>
            <a:endParaRPr lang="en-US" sz="1235" dirty="0"/>
          </a:p>
        </p:txBody>
      </p:sp>
      <p:sp>
        <p:nvSpPr>
          <p:cNvPr id="15" name="Text 13"/>
          <p:cNvSpPr txBox="1"/>
          <p:nvPr/>
        </p:nvSpPr>
        <p:spPr>
          <a:xfrm>
            <a:off x="7891272" y="2340991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029700" y="2730754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somewhere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8521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54864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rounded-lg shadow-sm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bg-blue-600 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class="mb-2 text-lg font-semibold"&gt;Primary&lt;/h5&gt;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585216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233672"/>
            <a:ext cx="5522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text-white bg-primary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bg-blue-600 text-white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371600"/>
            <a:ext cx="1417320" cy="755523"/>
          </a:xfrm>
          <a:prstGeom prst="roundRect">
            <a:avLst>
              <a:gd name="adj" fmla="val 7262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50024" y="1517904"/>
            <a:ext cx="112471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Primary</a:t>
            </a:r>
            <a:endParaRPr lang="en-US" sz="1170" dirty="0"/>
          </a:p>
        </p:txBody>
      </p:sp>
      <p:sp>
        <p:nvSpPr>
          <p:cNvPr id="9" name="Text 7"/>
          <p:cNvSpPr txBox="1"/>
          <p:nvPr/>
        </p:nvSpPr>
        <p:spPr>
          <a:xfrm>
            <a:off x="7050024" y="1808226"/>
            <a:ext cx="112471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bg-blue-600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39912" y="1371600"/>
            <a:ext cx="1417320" cy="755523"/>
          </a:xfrm>
          <a:prstGeom prst="roundRect">
            <a:avLst>
              <a:gd name="adj" fmla="val 7262"/>
            </a:avLst>
          </a:prstGeom>
          <a:solidFill>
            <a:srgbClr val="4B5563"/>
          </a:solidFill>
          <a:ln w="9525">
            <a:solidFill>
              <a:srgbClr val="4B556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86216" y="1517904"/>
            <a:ext cx="112471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Secondary</a:t>
            </a:r>
            <a:endParaRPr lang="en-US" sz="1170" dirty="0"/>
          </a:p>
        </p:txBody>
      </p:sp>
      <p:sp>
        <p:nvSpPr>
          <p:cNvPr id="12" name="Text 10"/>
          <p:cNvSpPr txBox="1"/>
          <p:nvPr/>
        </p:nvSpPr>
        <p:spPr>
          <a:xfrm>
            <a:off x="8586216" y="1808226"/>
            <a:ext cx="112471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bg-gray-600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976104" y="1371600"/>
            <a:ext cx="1417320" cy="755523"/>
          </a:xfrm>
          <a:prstGeom prst="roundRect">
            <a:avLst>
              <a:gd name="adj" fmla="val 7262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122408" y="1517904"/>
            <a:ext cx="112471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Success</a:t>
            </a:r>
            <a:endParaRPr lang="en-US" sz="1170" dirty="0"/>
          </a:p>
        </p:txBody>
      </p:sp>
      <p:sp>
        <p:nvSpPr>
          <p:cNvPr id="15" name="Text 13"/>
          <p:cNvSpPr txBox="1"/>
          <p:nvPr/>
        </p:nvSpPr>
        <p:spPr>
          <a:xfrm>
            <a:off x="10122408" y="1808226"/>
            <a:ext cx="112471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bg-green-600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2834640"/>
            <a:ext cx="1417320" cy="755523"/>
          </a:xfrm>
          <a:prstGeom prst="roundRect">
            <a:avLst>
              <a:gd name="adj" fmla="val 7262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50024" y="2980944"/>
            <a:ext cx="112471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Danger</a:t>
            </a:r>
            <a:endParaRPr lang="en-US" sz="1170" dirty="0"/>
          </a:p>
        </p:txBody>
      </p:sp>
      <p:sp>
        <p:nvSpPr>
          <p:cNvPr id="18" name="Text 16"/>
          <p:cNvSpPr txBox="1"/>
          <p:nvPr/>
        </p:nvSpPr>
        <p:spPr>
          <a:xfrm>
            <a:off x="7050024" y="3271266"/>
            <a:ext cx="112471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bg-red-600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39912" y="2834640"/>
            <a:ext cx="1417320" cy="755523"/>
          </a:xfrm>
          <a:prstGeom prst="roundRect">
            <a:avLst>
              <a:gd name="adj" fmla="val 7262"/>
            </a:avLst>
          </a:prstGeom>
          <a:solidFill>
            <a:srgbClr val="FACC15"/>
          </a:solidFill>
          <a:ln w="9525">
            <a:solidFill>
              <a:srgbClr val="FACC1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86216" y="2980944"/>
            <a:ext cx="112471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Warning</a:t>
            </a:r>
            <a:endParaRPr lang="en-US" sz="1170" dirty="0"/>
          </a:p>
        </p:txBody>
      </p:sp>
      <p:sp>
        <p:nvSpPr>
          <p:cNvPr id="21" name="Text 19"/>
          <p:cNvSpPr txBox="1"/>
          <p:nvPr/>
        </p:nvSpPr>
        <p:spPr>
          <a:xfrm>
            <a:off x="8586216" y="3271266"/>
            <a:ext cx="112471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bg-yellow-400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976104" y="2834640"/>
            <a:ext cx="1417320" cy="755523"/>
          </a:xfrm>
          <a:prstGeom prst="roundRect">
            <a:avLst>
              <a:gd name="adj" fmla="val 7262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122408" y="2980944"/>
            <a:ext cx="112471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Info</a:t>
            </a:r>
            <a:endParaRPr lang="en-US" sz="1170" dirty="0"/>
          </a:p>
        </p:txBody>
      </p:sp>
      <p:sp>
        <p:nvSpPr>
          <p:cNvPr id="24" name="Text 22"/>
          <p:cNvSpPr txBox="1"/>
          <p:nvPr/>
        </p:nvSpPr>
        <p:spPr>
          <a:xfrm>
            <a:off x="10122408" y="3271266"/>
            <a:ext cx="112471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bg-cyan-500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4297680"/>
            <a:ext cx="1417320" cy="755523"/>
          </a:xfrm>
          <a:prstGeom prst="roundRect">
            <a:avLst>
              <a:gd name="adj" fmla="val 7262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050024" y="4443984"/>
            <a:ext cx="112471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Light</a:t>
            </a:r>
            <a:endParaRPr lang="en-US" sz="1170" dirty="0"/>
          </a:p>
        </p:txBody>
      </p:sp>
      <p:sp>
        <p:nvSpPr>
          <p:cNvPr id="27" name="Text 25"/>
          <p:cNvSpPr txBox="1"/>
          <p:nvPr/>
        </p:nvSpPr>
        <p:spPr>
          <a:xfrm>
            <a:off x="7050024" y="4734306"/>
            <a:ext cx="112471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bg-gray-100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439912" y="4297680"/>
            <a:ext cx="1417320" cy="755523"/>
          </a:xfrm>
          <a:prstGeom prst="roundRect">
            <a:avLst>
              <a:gd name="adj" fmla="val 7262"/>
            </a:avLst>
          </a:prstGeom>
          <a:solidFill>
            <a:srgbClr val="1F2937"/>
          </a:solidFill>
          <a:ln w="9525">
            <a:solidFill>
              <a:srgbClr val="1F293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586216" y="4443984"/>
            <a:ext cx="112471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Dark</a:t>
            </a:r>
            <a:endParaRPr lang="en-US" sz="1170" dirty="0"/>
          </a:p>
        </p:txBody>
      </p:sp>
      <p:sp>
        <p:nvSpPr>
          <p:cNvPr id="30" name="Text 28"/>
          <p:cNvSpPr txBox="1"/>
          <p:nvPr/>
        </p:nvSpPr>
        <p:spPr>
          <a:xfrm>
            <a:off x="8586216" y="4734306"/>
            <a:ext cx="1124712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bg-gray-800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https://tailwindcss.com/docs/background-color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https://tailwindcss.com/docs/color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Image On Top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overflow-hidden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rounded-lg border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border-gray-200 bg-white shadow-sm"&gt;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h-48 w-full object-cover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src="..." alt=""&gt;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class="mb-2 text-lg font-semibold"&gt;Image On Top&lt;/h5&gt;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368503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card-img-top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h-48 w-full object-cover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3169666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2401570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54112" y="1901952"/>
            <a:ext cx="3465576" cy="14630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891272" y="3502152"/>
            <a:ext cx="3191256" cy="2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5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 On Top</a:t>
            </a:r>
            <a:endParaRPr lang="en-US" sz="1235" dirty="0"/>
          </a:p>
        </p:txBody>
      </p:sp>
      <p:sp>
        <p:nvSpPr>
          <p:cNvPr id="16" name="Text 13"/>
          <p:cNvSpPr txBox="1"/>
          <p:nvPr/>
        </p:nvSpPr>
        <p:spPr>
          <a:xfrm>
            <a:off x="7891272" y="3804031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https://tailwindcss.com/docs/object-fit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https://tailwindcss.com/docs/overflow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Image On Bottom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overflow-hidden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rounded-lg border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border-gray-200 bg-white shadow-sm"&gt;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class="mb-2 text-lg font-semibold"&gt;Image On Bottom&lt;/h5&gt;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h-48 w-full object-cover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src="..." alt=""&gt;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368503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card-img-bottom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h-48 w-full object-cover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3169666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2401570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91272" y="2039112"/>
            <a:ext cx="3191256" cy="2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5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 On Bottom</a:t>
            </a:r>
            <a:endParaRPr lang="en-US" sz="1235" dirty="0"/>
          </a:p>
        </p:txBody>
      </p:sp>
      <p:sp>
        <p:nvSpPr>
          <p:cNvPr id="15" name="Text 13"/>
          <p:cNvSpPr txBox="1"/>
          <p:nvPr/>
        </p:nvSpPr>
        <p:spPr>
          <a:xfrm>
            <a:off x="7891272" y="2340991"/>
            <a:ext cx="3191256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54112" y="2831338"/>
            <a:ext cx="3465576" cy="145389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https://tailwindcss.com/docs/object-fit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https://tailwindcss.com/docs/overflow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Image On Left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21742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 flex-col md:flex-row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overflow-hidden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rounded-lg border border-gray-200 bg-white"&gt;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h-48 w-full object-cover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md:h-auto md:w-1/3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src="..." alt=""&gt;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class="mb-2 text-lg font-semibold"&gt;Image On Left&lt;/h5&gt;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81762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389077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no-gutters  /  col-md-4  /  col-md-8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 md:flex-row  /  md:w-1/3  (no extra columns!)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2505456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54112" y="1901952"/>
            <a:ext cx="1184514" cy="171907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075786" y="2039112"/>
            <a:ext cx="2006742" cy="2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5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 On Left</a:t>
            </a:r>
            <a:endParaRPr lang="en-US" sz="1235" dirty="0"/>
          </a:p>
        </p:txBody>
      </p:sp>
      <p:sp>
        <p:nvSpPr>
          <p:cNvPr id="16" name="Text 13"/>
          <p:cNvSpPr txBox="1"/>
          <p:nvPr/>
        </p:nvSpPr>
        <p:spPr>
          <a:xfrm>
            <a:off x="9075786" y="2340991"/>
            <a:ext cx="2006742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https://tailwindcss.com/docs/flex-direction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https://tailwindcss.com/docs/object-fit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Image On Right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4922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12648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class="mb-4 flex flex-col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md:flex-row-reverse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overflow-hidden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bg-white"&gt;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class="h-48 w-full object-cover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md:h-auto md:w-1/3" src="..." alt=""&gt;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class="p-5"&gt;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class="mb-2 text-lg font-semibold"&gt;Image On Right&lt;/h5&gt;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class="text-gray-700"&gt;lorem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402336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409651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order-md-1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md:flex-row-reverse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3977640" cy="2505456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07224" y="1380744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417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44968" y="1892808"/>
            <a:ext cx="348386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35174" y="1901952"/>
            <a:ext cx="1184514" cy="171907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891272" y="2039112"/>
            <a:ext cx="2006742" cy="2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5" dirty="0">
                <a:solidFill>
                  <a:srgbClr val="1118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 On Right</a:t>
            </a:r>
            <a:endParaRPr lang="en-US" sz="1235" dirty="0"/>
          </a:p>
        </p:txBody>
      </p:sp>
      <p:sp>
        <p:nvSpPr>
          <p:cNvPr id="16" name="Text 13"/>
          <p:cNvSpPr txBox="1"/>
          <p:nvPr/>
        </p:nvSpPr>
        <p:spPr>
          <a:xfrm>
            <a:off x="7891272" y="2340991"/>
            <a:ext cx="2006742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quick example text to build on the card title and make up the bulk of the card’s content.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https://tailwindcss.com/docs/flex-direction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Reusing Card Styles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Typing the same utilities on every card gets repetitive. You can bundle them into your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own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class with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@apply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212848"/>
            <a:ext cx="566928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 type="text/tailwindcss"&gt;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@layer components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.card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@apply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mb-4 rounded-lg border border-gray-200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bg-white shadow-sm;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.card-body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@apply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p-5;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040880" y="2103120"/>
            <a:ext cx="4434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223760" y="2212848"/>
            <a:ext cx="40690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card-body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&lt;p&gt;lorem ipsum...&lt;/p&gt;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0" y="397764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05472" y="4069080"/>
            <a:ext cx="4105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it sparingly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recommends repeating utilities in a loop or template first. Reach for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@apply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for small, shared pieces.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https://tailwindcss.com/docs/functions-and-directives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https://tailwindcss.com/docs/adding-custom-styles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More Examples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685800" y="2926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Tailwind Cards</dc:title>
  <dc:subject>Tailwind CSS</dc:subject>
  <dc:creator>Ranken Technical College</dc:creator>
  <cp:lastModifiedBy>Ranken Technical College</cp:lastModifiedBy>
  <cp:revision>1</cp:revision>
  <dcterms:created xsi:type="dcterms:W3CDTF">2026-10-08T13:18:53Z</dcterms:created>
  <dcterms:modified xsi:type="dcterms:W3CDTF">2026-10-08T13:18:53Z</dcterms:modified>
</cp:coreProperties>
</file>