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ainers" id="{70713d22-0eb1-b854-6788-036f12656d01}">
          <p14:sldIdLst>
            <p14:sldId id="256"/>
            <p14:sldId id="257"/>
            <p14:sldId id="258"/>
          </p14:sldIdLst>
        </p14:section>
        <p14:section name="Grid" id="{eb92734c-e2f5-abc8-ba3f-db4791eaf9b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More" id="{9d9b3fad-b3be-95e8-d9a1-f84a0a3f5c0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Content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x-width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x-width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rid-template-columns" TargetMode="External"/><Relationship Id="rId2" Type="http://schemas.openxmlformats.org/officeDocument/2006/relationships/hyperlink" Target="https://tailwindcss.com/docs/grid-column" TargetMode="External"/><Relationship Id="rId3" Type="http://schemas.openxmlformats.org/officeDocument/2006/relationships/hyperlink" Target="https://css-tricks.com/snippets/css/complete-guide-grid/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rid-colum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responsive-desig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rid-template-column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rid-template-column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rid-column" TargetMode="External"/><Relationship Id="rId2" Type="http://schemas.openxmlformats.org/officeDocument/2006/relationships/hyperlink" Target="https://tailwindcss.com/docs/grid-template-columns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rid-template-columns" TargetMode="External"/><Relationship Id="rId2" Type="http://schemas.openxmlformats.org/officeDocument/2006/relationships/hyperlink" Target="https://tailwindcss.com/docs/grid-colum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548640" y="-731520"/>
            <a:ext cx="2377440" cy="237744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280160" y="365760"/>
            <a:ext cx="1828800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365760" y="2194560"/>
            <a:ext cx="2011680" cy="201168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63040" y="2377440"/>
            <a:ext cx="1463040" cy="146304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600000">
            <a:off x="182880" y="4206240"/>
            <a:ext cx="2194560" cy="2194560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2377440" y="4480560"/>
            <a:ext cx="1645920" cy="164592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2743200" y="-365760"/>
            <a:ext cx="1280160" cy="1280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600000">
            <a:off x="2194560" y="1645920"/>
            <a:ext cx="1005840" cy="10058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8778240" y="-548640"/>
            <a:ext cx="2011680" cy="201168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00000">
            <a:off x="10424160" y="822960"/>
            <a:ext cx="1828800" cy="18288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00000">
            <a:off x="9326880" y="2560320"/>
            <a:ext cx="1371600" cy="137160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10789920" y="3108960"/>
            <a:ext cx="1920240" cy="192024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8595360" y="4572000"/>
            <a:ext cx="2103120" cy="210312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0">
            <a:off x="10607040" y="5120640"/>
            <a:ext cx="1463040" cy="14630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94560"/>
            <a:ext cx="46634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2304288"/>
            <a:ext cx="4443984" cy="2157984"/>
          </a:xfrm>
          <a:prstGeom prst="rect">
            <a:avLst/>
          </a:prstGeom>
          <a:solidFill>
            <a:srgbClr val="1E293B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GRID SYSTEM</a:t>
            </a:r>
            <a:endParaRPr lang="en-US" sz="3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Ranken Technical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Containers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class sets a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max-width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that matches each breakpoint.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Unlike Bootstrap, the container does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center itself or add padding. Add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mx-auto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px-4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Containers are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optional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in Tailwind — the grid works with or without one.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Containers should never be nested.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4681728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mx-auto px-4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1417320"/>
            <a:ext cx="4343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41464" y="1426464"/>
            <a:ext cx="43251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48" y="150876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88352" y="150876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34656" y="15087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4630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744968" y="1847088"/>
            <a:ext cx="3118104" cy="2340864"/>
          </a:xfrm>
          <a:prstGeom prst="rect">
            <a:avLst/>
          </a:prstGeom>
          <a:solidFill>
            <a:srgbClr val="E0F2FE"/>
          </a:solidFill>
          <a:ln w="9525">
            <a:solidFill>
              <a:srgbClr val="38BDF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744968" y="18470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mx-auto px-4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2258568"/>
            <a:ext cx="266090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73568" y="2258568"/>
            <a:ext cx="26609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96912" y="4645152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mx-auto px-4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https://tailwindcss.com/docs/max-width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Container Options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gives you a few ways to build a container. The table shows each one’s max-width: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789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640px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 ≥ 640px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md ≥ 768px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lg ≥ 1024px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xl ≥ 1280px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2xl ≥ 1536px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640px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768px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1536px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max-w-7xl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max-w-5xl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w-full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2336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Bootstrap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Tailwind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 mx-auto px-4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container-lg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mx-auto max-w-5xl px-4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container-fluid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w-full px-4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4023360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571232" y="4114800"/>
            <a:ext cx="3739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Most Tailwind sites use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max-w-7xl mx-auto px-4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as their page wrapper.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https://tailwindcss.com/docs/max-width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Twelve-Column CSS Grid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grid with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set the number of columns with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grid-cols-12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an item span columns with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col-span-*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Space the columns with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gap-*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(Bootstrap calls this the "gutter").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on </a:t>
            </a:r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CSS Grid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Bootstrap’s rows are built on flexbox.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25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columns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1663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5740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col-span-12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1 item per row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2331720"/>
            <a:ext cx="25831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2540" y="2331720"/>
            <a:ext cx="25831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69748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col-span-6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2 items per row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172212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480" y="2971800"/>
            <a:ext cx="172212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53600" y="2971800"/>
            <a:ext cx="172212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33756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col-span-4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3 items per row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3611880"/>
            <a:ext cx="129159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00950" y="3611880"/>
            <a:ext cx="129159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92540" y="3611880"/>
            <a:ext cx="129159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84130" y="3611880"/>
            <a:ext cx="129159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97764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4 items per row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4251960"/>
            <a:ext cx="86106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0420" y="4251960"/>
            <a:ext cx="86106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31480" y="4251960"/>
            <a:ext cx="86106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92540" y="4251960"/>
            <a:ext cx="86106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53600" y="4251960"/>
            <a:ext cx="86106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14660" y="4251960"/>
            <a:ext cx="86106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61772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6 items per row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3989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042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0095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3148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6201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9254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307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5360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8413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1466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45190" y="4892040"/>
            <a:ext cx="43053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525780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col-span-1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12 items per row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5623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https://tailwindcss.com/docs/grid-template-columns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https://tailwindcss.com/docs/grid-column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https://css-tricks.com/snippets/css/complete-guide-grid/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System - Example #1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00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035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 mx-auto"&gt;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grid grid-cols-12 gap-4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col-span-4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"&gt;Column #1&lt;/div&gt;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col-span-8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"&gt;Column #2&lt;/div&gt;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74904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3758184"/>
            <a:ext cx="6382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38404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8404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38404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7947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5528" y="4224528"/>
            <a:ext cx="1969008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1696" y="4224528"/>
            <a:ext cx="40751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52360" y="13716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3524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(for comparison)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1755648"/>
            <a:ext cx="3657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class="row"&gt;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class="col-4"&gt;Column #1&lt;/div&gt;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class="col-8"&gt;Column #2&lt;/div&gt;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374904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Bootstrap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Tailwind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 grid-cols-12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col-span-4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col-span-8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https://tailwindcss.com/docs/grid-column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uses these breakpoints and media queries to help you build responsive layouts.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6949440" cy="914400"/>
        </p:xfrm>
        <a:graphic>
          <a:graphicData uri="http://schemas.openxmlformats.org/drawingml/2006/table">
            <a:tbl>
              <a:tblPr/>
              <a:tblGrid>
                <a:gridCol w="1528877"/>
                <a:gridCol w="2501798"/>
                <a:gridCol w="2918765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 width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Applies when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(none)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0px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Always (mobile first)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sm: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640px (40rem)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640px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md: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768px (48rem)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768px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lg: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 (64rem)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1024px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xl: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 (80rem)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1280px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2xl: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1536px (96rem)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1536px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9202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11312" y="2011680"/>
            <a:ext cx="3099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Mobile first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class with no prefix applies to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screen.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up only kick in at that width or wider.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https://tailwindcss.com/docs/responsive-design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Grid - Example #2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00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0350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 mx-auto"&gt;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class="grid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grid-cols-1 md:grid-cols-3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gap-4"&gt;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&lt;div&gt;Column #1&lt;/div&gt;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&lt;div&gt;Column #2&lt;/div&gt;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&lt;div&gt;Column #3&lt;/div&gt;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Medium or larger devices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4215384"/>
            <a:ext cx="6382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4297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42976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42976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4251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" y="4590288"/>
            <a:ext cx="201168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4590288"/>
            <a:ext cx="201168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5192" y="4590288"/>
            <a:ext cx="201168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 small and small devices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52360" y="1691640"/>
            <a:ext cx="2377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61504" y="1700784"/>
            <a:ext cx="23591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2088" y="17830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08392" y="17830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54696" y="17830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1737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phone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62088" y="2075688"/>
            <a:ext cx="215798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62088" y="2459736"/>
            <a:ext cx="215798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62088" y="2843784"/>
            <a:ext cx="215798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42062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16952" y="4279392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col-md-4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md:grid-cols-3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https://tailwindcss.com/docs/grid-template-columns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Grid - Example #3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852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54864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 mx-auto"&gt;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class="grid gap-4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grid-cols-1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md:grid-cols-3 xl:grid-cols-6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&lt;div&gt;Column #1&lt;/div&gt;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&lt;div&gt;Column #6&lt;/div&gt;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14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 large devices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4407408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4416552"/>
            <a:ext cx="58338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44988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449884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44988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44531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" y="4791456"/>
            <a:ext cx="8930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 #1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43456" y="4791456"/>
            <a:ext cx="8930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 #2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1384" y="4791456"/>
            <a:ext cx="8930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 #3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9312" y="4791456"/>
            <a:ext cx="8930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 #4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87240" y="4791456"/>
            <a:ext cx="8930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 #5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5168" y="4791456"/>
            <a:ext cx="8930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 #6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Medium and large devices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664208"/>
            <a:ext cx="46177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673352"/>
            <a:ext cx="45994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67728" y="17556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175564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0336" y="1755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170992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67728" y="2048256"/>
            <a:ext cx="14173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58200" y="2048256"/>
            <a:ext cx="14173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48672" y="2048256"/>
            <a:ext cx="14173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67728" y="2432304"/>
            <a:ext cx="14173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58200" y="2432304"/>
            <a:ext cx="14173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48672" y="2432304"/>
            <a:ext cx="14173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 small and small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3447288"/>
            <a:ext cx="2103120" cy="281635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67144" y="3456432"/>
            <a:ext cx="20848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67728" y="35387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4032" y="353872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0336" y="35387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360" y="3493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phone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67728" y="3831336"/>
            <a:ext cx="18836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7728" y="4215384"/>
            <a:ext cx="18836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67728" y="4599432"/>
            <a:ext cx="18836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67728" y="4983480"/>
            <a:ext cx="18836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67728" y="5367528"/>
            <a:ext cx="18836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67728" y="5751576"/>
            <a:ext cx="18836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#6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89720" y="3447288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54312" y="352044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col-md-4 col-xl-2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xl:grid-cols-6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https://tailwindcss.com/docs/grid-template-columns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to Tailwind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206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Bootstrap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Tailwind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What it does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 mx-auto px-4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Centered, padded page wrapper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 grid-cols-12 gap-4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12-column grid with gutters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col-span-4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Item spans 4 of 12 columns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col-md-4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col-span-12 md:col-span-4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Full width, then 4 columns at md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offset-md-2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md:col-start-3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Start at column 3 on md and 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no-gutters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gap-0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Remove space between columns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d-flex flex-wrap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 flex-wrap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Flexbox alternative to grid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col-md-6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w-full md:w-1/2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Flexbox-style column width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https://tailwindcss.com/docs/grid-column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https://tailwindcss.com/docs/grid-template-columns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Examples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85800" y="2926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https://tailwindcss.com/docs/grid-template-columns</a:t>
            </a:r>
            <a:endParaRPr lang="en-US" sz="2400" dirty="0"/>
          </a:p>
        </p:txBody>
      </p:sp>
      <p:sp>
        <p:nvSpPr>
          <p:cNvPr id="4" name="Text 2">
            <a:hlinkClick r:id="rId2" tooltip=""/>
          </p:cNvPr>
          <p:cNvSpPr txBox="1"/>
          <p:nvPr/>
        </p:nvSpPr>
        <p:spPr>
          <a:xfrm>
            <a:off x="685800" y="3566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https://tailwindcss.com/docs/grid-column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Tailwind Grid System</dc:title>
  <dc:subject>Tailwind CSS</dc:subject>
  <dc:creator>Ranken Technical College</dc:creator>
  <cp:lastModifiedBy>Ranken Technical College</cp:lastModifiedBy>
  <cp:revision>1</cp:revision>
  <dcterms:created xsi:type="dcterms:W3CDTF">2026-10-08T13:18:10Z</dcterms:created>
  <dcterms:modified xsi:type="dcterms:W3CDTF">2026-10-08T13:18:10Z</dcterms:modified>
</cp:coreProperties>
</file>