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d1a24f85-245c-57b4-4251-58d838790914}">
          <p14:sldIdLst>
            <p14:sldId id="256"/>
            <p14:sldId id="257"/>
          </p14:sldIdLst>
        </p14:section>
        <p14:section name="Examples" id="{f267c4bb-7152-817c-316f-a6e1272550f6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More" id="{a163a46c-a033-a848-427a-0b7f67f4171e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 Title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995928" y="2514600"/>
            <a:ext cx="420624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4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defRPr>
            </a:lvl1pPr>
          </a:lstStyle>
          <a:p>
            <a:pPr algn="ctr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3995928" y="3840480"/>
            <a:ext cx="42062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400" dirty="0">
                <a:solidFill>
                  <a:srgbClr val="7DD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defRPr>
            </a:lvl1pPr>
          </a:lstStyle>
          <a:p>
            <a:pPr algn="ctr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 Section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3172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20440"/>
            <a:ext cx="69494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7DD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 Content">
    <p:bg>
      <p:bgPr>
        <a:solidFill>
          <a:srgbClr val="E2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flex" TargetMode="External"/><Relationship Id="rId2" Type="http://schemas.openxmlformats.org/officeDocument/2006/relationships/hyperlink" Target="https://tailwindcss.com/docs/responsive-design" TargetMode="External"/><Relationship Id="rId3" Type="http://schemas.openxmlformats.org/officeDocument/2006/relationships/hyperlink" Target="https://tailwindcss.com/docs/hover-focus-and-other-states" TargetMode="External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flex" TargetMode="External"/><Relationship Id="rId2" Type="http://schemas.openxmlformats.org/officeDocument/2006/relationships/hyperlink" Target="https://tailwindcss.com/docs/gap" TargetMode="Externa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display" TargetMode="External"/><Relationship Id="rId2" Type="http://schemas.openxmlformats.org/officeDocument/2006/relationships/hyperlink" Target="https://tailwindcss.com/docs/responsive-design" TargetMode="Externa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width" TargetMode="External"/><Relationship Id="rId2" Type="http://schemas.openxmlformats.org/officeDocument/2006/relationships/hyperlink" Target="https://tailwindcss.com/docs/gap" TargetMode="Externa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background-color" TargetMode="External"/><Relationship Id="rId2" Type="http://schemas.openxmlformats.org/officeDocument/2006/relationships/hyperlink" Target="https://tailwindcss.com/docs/color" TargetMode="Externa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background-color" TargetMode="External"/><Relationship Id="rId2" Type="http://schemas.openxmlformats.org/officeDocument/2006/relationships/hyperlink" Target="https://tailwindcss.com/docs/color" TargetMode="Externa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hover-focus-and-other-states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hover-focus-and-other-states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548640" y="-731520"/>
            <a:ext cx="2377440" cy="2377440"/>
          </a:xfrm>
          <a:prstGeom prst="rect">
            <a:avLst/>
          </a:prstGeom>
          <a:solidFill>
            <a:srgbClr val="0EA5E9">
              <a:alpha val="75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100000">
            <a:off x="1280160" y="365760"/>
            <a:ext cx="1828800" cy="1828800"/>
          </a:xfrm>
          <a:prstGeom prst="rect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00000">
            <a:off x="-365760" y="2194560"/>
            <a:ext cx="2011680" cy="2011680"/>
          </a:xfrm>
          <a:prstGeom prst="rect">
            <a:avLst/>
          </a:prstGeom>
          <a:solidFill>
            <a:srgbClr val="6366F1">
              <a:alpha val="7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1463040" y="2377440"/>
            <a:ext cx="1463040" cy="1463040"/>
          </a:xfrm>
          <a:prstGeom prst="rect">
            <a:avLst/>
          </a:prstGeom>
          <a:solidFill>
            <a:srgbClr val="EC4899">
              <a:alpha val="6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600000">
            <a:off x="182880" y="4206240"/>
            <a:ext cx="2194560" cy="2194560"/>
          </a:xfrm>
          <a:prstGeom prst="rect">
            <a:avLst/>
          </a:prstGeom>
          <a:solidFill>
            <a:srgbClr val="FBBF24">
              <a:alpha val="70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800000">
            <a:off x="2377440" y="4480560"/>
            <a:ext cx="1645920" cy="1645920"/>
          </a:xfrm>
          <a:prstGeom prst="rect">
            <a:avLst/>
          </a:prstGeom>
          <a:solidFill>
            <a:srgbClr val="38BDF8">
              <a:alpha val="6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500000">
            <a:off x="2743200" y="-365760"/>
            <a:ext cx="1280160" cy="1280160"/>
          </a:xfrm>
          <a:prstGeom prst="rect">
            <a:avLst/>
          </a:prstGeom>
          <a:solidFill>
            <a:srgbClr val="8B5CF6">
              <a:alpha val="6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3600000">
            <a:off x="2194560" y="1645920"/>
            <a:ext cx="1005840" cy="1005840"/>
          </a:xfrm>
          <a:prstGeom prst="rect">
            <a:avLst/>
          </a:prstGeom>
          <a:solidFill>
            <a:srgbClr val="10B981">
              <a:alpha val="65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800000">
            <a:off x="8778240" y="-548640"/>
            <a:ext cx="2011680" cy="2011680"/>
          </a:xfrm>
          <a:prstGeom prst="rect">
            <a:avLst/>
          </a:prstGeom>
          <a:solidFill>
            <a:srgbClr val="14B8A6">
              <a:alpha val="65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600000">
            <a:off x="10424160" y="822960"/>
            <a:ext cx="1828800" cy="1828800"/>
          </a:xfrm>
          <a:prstGeom prst="rect">
            <a:avLst/>
          </a:prstGeom>
          <a:solidFill>
            <a:srgbClr val="0EA5E9">
              <a:alpha val="70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400000">
            <a:off x="9326880" y="2560320"/>
            <a:ext cx="1371600" cy="1371600"/>
          </a:xfrm>
          <a:prstGeom prst="rect">
            <a:avLst/>
          </a:prstGeom>
          <a:solidFill>
            <a:srgbClr val="FBBF24">
              <a:alpha val="60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1200000">
            <a:off x="10789920" y="3108960"/>
            <a:ext cx="1920240" cy="1920240"/>
          </a:xfrm>
          <a:prstGeom prst="rect">
            <a:avLst/>
          </a:prstGeom>
          <a:solidFill>
            <a:srgbClr val="6366F1">
              <a:alpha val="7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900000">
            <a:off x="8595360" y="4572000"/>
            <a:ext cx="2103120" cy="2103120"/>
          </a:xfrm>
          <a:prstGeom prst="rect">
            <a:avLst/>
          </a:prstGeom>
          <a:solidFill>
            <a:srgbClr val="EC4899">
              <a:alpha val="6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3000000">
            <a:off x="10607040" y="5120640"/>
            <a:ext cx="1463040" cy="1463040"/>
          </a:xfrm>
          <a:prstGeom prst="rect">
            <a:avLst/>
          </a:prstGeom>
          <a:solidFill>
            <a:srgbClr val="10B981">
              <a:alpha val="65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67328" y="2194560"/>
            <a:ext cx="466344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77056" y="2304288"/>
            <a:ext cx="4443984" cy="2157984"/>
          </a:xfrm>
          <a:prstGeom prst="rect">
            <a:avLst/>
          </a:prstGeom>
          <a:solidFill>
            <a:srgbClr val="1E293B">
              <a:alpha val="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0"/>
          <p:cNvSpPr/>
          <p:nvPr>
            <p:ph idx="100" type="title" hasCustomPrompt="1"/>
          </p:nvPr>
        </p:nvSpPr>
        <p:spPr>
          <a:xfrm>
            <a:off x="3995928" y="2514600"/>
            <a:ext cx="4206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spc="200" kern="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NAVBAR</a:t>
            </a:r>
            <a:endParaRPr lang="en-US" sz="3400" dirty="0"/>
          </a:p>
        </p:txBody>
      </p:sp>
      <p:sp>
        <p:nvSpPr>
          <p:cNvPr id="19" name="Text 0"/>
          <p:cNvSpPr/>
          <p:nvPr>
            <p:ph idx="101" type="body" hasCustomPrompt="1"/>
          </p:nvPr>
        </p:nvSpPr>
        <p:spPr>
          <a:xfrm>
            <a:off x="3995928" y="38404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Ranken Technical College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Navbar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258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has no navbar component. You build one from flexbox, spacing, and color utilities, so it can look any way you want.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194560"/>
            <a:ext cx="6126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 </a:t>
            </a:r>
            <a:pPr indent="0" marL="0">
              <a:buNone/>
            </a:pPr>
            <a:r>
              <a:rPr lang="en-US" sz="15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 items-center</a:t>
            </a:r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to line up the brand and links.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 </a:t>
            </a:r>
            <a:pPr indent="0" marL="0">
              <a:buNone/>
            </a:pPr>
            <a:r>
              <a:rPr lang="en-US" sz="15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justify-between</a:t>
            </a:r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to push the links to the right.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 responsive prefixes (</a:t>
            </a:r>
            <a:pPr indent="0" marL="0">
              <a:buNone/>
            </a:pPr>
            <a:r>
              <a:rPr lang="en-US" sz="15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sm:</a:t>
            </a:r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, </a:t>
            </a:r>
            <a:pPr indent="0" marL="0">
              <a:buNone/>
            </a:pPr>
            <a:r>
              <a:rPr lang="en-US" sz="15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md:</a:t>
            </a:r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) to show or hide the links.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menu toggle needs a few lines of your own JavaScript. There is no collapse plugin.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 </a:t>
            </a:r>
            <a:pPr indent="0" marL="0">
              <a:buNone/>
            </a:pPr>
            <a:r>
              <a:rPr lang="en-US" sz="15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hover:</a:t>
            </a:r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and </a:t>
            </a:r>
            <a:pPr indent="0" marL="0">
              <a:buNone/>
            </a:pPr>
            <a:r>
              <a:rPr lang="en-US" sz="15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focus:</a:t>
            </a:r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to style link states.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223760" y="2194560"/>
            <a:ext cx="42519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232904" y="2203704"/>
            <a:ext cx="423367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33488" y="228600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79792" y="228600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26096" y="228600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18120" y="224028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index.html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333488" y="2578608"/>
            <a:ext cx="4032504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70648" y="267919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25512" y="2752344"/>
            <a:ext cx="146304" cy="118872"/>
          </a:xfrm>
          <a:prstGeom prst="rt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99832" y="25786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COMPANY NAME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9628632" y="2578608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177272" y="2578608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25912" y="2578608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About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7333488" y="3127248"/>
            <a:ext cx="4032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page content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562356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Sources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https://tailwindcss.com/docs/flex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https://tailwindcss.com/docs/responsive-design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https://tailwindcss.com/docs/hover-focus-and-other-states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simple navbar (non-responsive)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667512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481328"/>
            <a:ext cx="630936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&lt;nav class="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flex items-center gap-6 bg-gray-800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px-4 py-3 text-white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 class="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text-lg font-semibold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href="/index.html"&gt;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COMPANY NAME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&lt;/a&gt;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&lt;ul class="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flex gap-4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&lt;li&gt;&lt;a class="text-white" href="/index.html"&gt;Home&lt;/a&gt;&lt;/li&gt;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&lt;li&gt;&lt;a class="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text-gray-300 hover:text-white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href="/projects.html"&gt;Projects&lt;/a&gt;&lt;/li&gt;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&lt;/ul&gt;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&lt;/nav&gt;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5212080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" y="5285232"/>
            <a:ext cx="6345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navbar navbar-expand navbar-dark bg-dark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 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 items-center gap-6 bg-gray-800 ...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680960" y="1371600"/>
            <a:ext cx="379476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90104" y="1380744"/>
            <a:ext cx="377647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90688" y="146304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36992" y="146304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83296" y="146304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75320" y="141732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index.html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790688" y="1755648"/>
            <a:ext cx="3575304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27848" y="17556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COMPANY NAME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9253728" y="1755648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9912096" y="1755648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570464" y="1755648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About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680960" y="2926080"/>
            <a:ext cx="3794760" cy="1463040"/>
          </a:xfrm>
          <a:prstGeom prst="roundRect">
            <a:avLst>
              <a:gd name="adj" fmla="val 5000"/>
            </a:avLst>
          </a:prstGeom>
          <a:solidFill>
            <a:srgbClr val="FEF9C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45552" y="3017520"/>
            <a:ext cx="34655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54D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Why a &lt;ul&gt;?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list tells screen readers how many links are in the menu. Preflight removes the bullets for you.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5806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Sources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https://tailwindcss.com/docs/flex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https://tailwindcss.com/docs/gap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simple navbar (responsive)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69037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481328"/>
            <a:ext cx="6537960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&lt;nav class="flex flex-wrap items-center justify-between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bg-gray-800 px-4 py-3 text-white"&gt;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 class="text-lg font-semibold" href="/index.html"&gt;COMPANY NAME&lt;/a&gt;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id="toggler" class="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sm:hidden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aria-controls="navbar1" aria-expanded="false"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aria-label="Toggle navigation"&gt;&amp;#9776;&lt;/button&gt;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&lt;ul id="navbar1" class="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hidden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w-full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sm:flex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sm:w-auto sm:gap-4"&gt;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&lt;/ul&gt;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&lt;/nav&gt;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document.getElementById('toggler').addEventListener('click', () =&gt;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document.getElementById('navbar1').classList.toggle('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hidden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&lt;/script&gt;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13716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Small and up (≥ 640px)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863840" y="1664208"/>
            <a:ext cx="36118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72984" y="1673352"/>
            <a:ext cx="359359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73568" y="175564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19872" y="1755648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66176" y="175564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58200" y="1709928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index.html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973568" y="2048256"/>
            <a:ext cx="3392424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10728" y="204825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COMPANY NAME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9628632" y="2048256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177272" y="2048256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25912" y="2048256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About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283464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Extra small: collapsed / expanded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863840" y="3127248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872984" y="3136392"/>
            <a:ext cx="171907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73568" y="321868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19872" y="3218688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66176" y="321868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58200" y="317296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phone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973568" y="3511296"/>
            <a:ext cx="1517904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10728" y="35112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COMPANY NAME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9034272" y="3602736"/>
            <a:ext cx="329184" cy="274320"/>
          </a:xfrm>
          <a:prstGeom prst="roundRect">
            <a:avLst>
              <a:gd name="adj" fmla="val 13333"/>
            </a:avLst>
          </a:prstGeom>
          <a:solidFill>
            <a:srgbClr val="1F2937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16568" y="3675888"/>
            <a:ext cx="164592" cy="2011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16568" y="3730752"/>
            <a:ext cx="164592" cy="2011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16568" y="3785616"/>
            <a:ext cx="164592" cy="2011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38360" y="3127248"/>
            <a:ext cx="1737360" cy="18288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747504" y="3136392"/>
            <a:ext cx="171907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848088" y="321868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94392" y="3218688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140696" y="321868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332720" y="317296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phone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9848088" y="3511296"/>
            <a:ext cx="1517904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985248" y="35112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COMPANY NAME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0908792" y="3602736"/>
            <a:ext cx="329184" cy="274320"/>
          </a:xfrm>
          <a:prstGeom prst="roundRect">
            <a:avLst>
              <a:gd name="adj" fmla="val 13333"/>
            </a:avLst>
          </a:prstGeom>
          <a:solidFill>
            <a:srgbClr val="1F2937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991088" y="3675888"/>
            <a:ext cx="164592" cy="2011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991088" y="3730752"/>
            <a:ext cx="164592" cy="2011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991088" y="3785616"/>
            <a:ext cx="164592" cy="2011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848088" y="3968496"/>
            <a:ext cx="1517904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985248" y="3995928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9985248" y="4270248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Projects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9985248" y="4544568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About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7863840" y="420624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Clicking the button adds/removes </a:t>
            </a:r>
            <a:pPr indent="0" marL="0">
              <a:buNone/>
            </a:pPr>
            <a:r>
              <a:rPr lang="en-US" sz="12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on the list.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863840" y="5138928"/>
            <a:ext cx="361188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028432" y="5212080"/>
            <a:ext cx="3282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33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navbar-toggler + collapse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  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sm:hidden + your own JS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685800" y="5806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Sources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https://tailwindcss.com/docs/display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https://tailwindcss.com/docs/responsive-design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Adding a brand logo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66751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481328"/>
            <a:ext cx="630936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&lt;nav class="flex items-center ... bg-gray-800 ..."&gt;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 class="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flex items-center gap-2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href="/index.html"&gt;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&lt;img class="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size-8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src="..." alt=""&gt;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&lt;span class="text-lg font-semibold"&gt;COMPANY NAME&lt;/span&gt;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&lt;/a&gt;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&lt;/nav&gt;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3977640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" y="4050792"/>
            <a:ext cx="6345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navbar-brand d-flex align-items-center  mr-2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 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 items-center gap-2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680960" y="1371600"/>
            <a:ext cx="379476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90104" y="1380744"/>
            <a:ext cx="377647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90688" y="146304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36992" y="146304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83296" y="146304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75320" y="141732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index.html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790688" y="1755648"/>
            <a:ext cx="3575304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27848" y="185623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82712" y="1929384"/>
            <a:ext cx="146304" cy="118872"/>
          </a:xfrm>
          <a:prstGeom prst="rt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57032" y="17556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COMPANY NAME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9628632" y="1755648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177272" y="1755648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725912" y="1755648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About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680960" y="288036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size-8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sets the width </a:t>
            </a:r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and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height to 2rem (32px) in one class.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5806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Sources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https://tailwindcss.com/docs/width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https://tailwindcss.com/docs/gap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Color Scheme (light)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667512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481328"/>
            <a:ext cx="6309360" cy="320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&lt;nav class="flex items-center justify-between px-4 py-3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bg-gray-100 text-gray-900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 class="flex items-center gap-2" href="/index.html"&gt;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&lt;img class="size-8" src="..." alt=""&gt;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&lt;span class="text-lg font-semibold"&gt;COMPANY NAME&lt;/span&gt;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&lt;/a&gt;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&lt;ul class="flex gap-4"&gt;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&lt;li&gt;&lt;a class="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text-gray-600 hover:text-gray-900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href="#"&gt;Projects&lt;/a&gt;&lt;/li&gt;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&lt;/ul&gt;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&lt;/nav&gt;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5029200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" y="5102352"/>
            <a:ext cx="6345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3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navbar-light bg-light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  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bg-gray-100 text-gray-900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680960" y="1371600"/>
            <a:ext cx="379476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90104" y="1380744"/>
            <a:ext cx="377647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90688" y="146304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36992" y="146304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83296" y="146304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75320" y="141732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index.html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790688" y="1755648"/>
            <a:ext cx="3575304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27848" y="185623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82712" y="1929384"/>
            <a:ext cx="146304" cy="118872"/>
          </a:xfrm>
          <a:prstGeom prst="rt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57032" y="17556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COMPANY NAME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9628632" y="1755648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177272" y="1755648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725912" y="1755648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About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5806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Sources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https://tailwindcss.com/docs/background-color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https://tailwindcss.com/docs/color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Color Scheme (primary)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667512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481328"/>
            <a:ext cx="6309360" cy="320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&lt;nav class="flex items-center justify-between px-4 py-3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bg-blue-600 text-white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 class="flex items-center gap-2" href="/index.html"&gt;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&lt;img class="size-8" src="..." alt=""&gt;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&lt;span class="text-lg font-semibold"&gt;COMPANY NAME&lt;/span&gt;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&lt;/a&gt;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&lt;ul class="flex gap-4"&gt;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&lt;li&gt;&lt;a class="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text-blue-100 hover:text-white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href="#"&gt;Projects&lt;/a&gt;&lt;/li&gt;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&lt;/ul&gt;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&lt;/nav&gt;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5029200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" y="5102352"/>
            <a:ext cx="6345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3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navbar-dark bg-primary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  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bg-blue-600 text-white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680960" y="1371600"/>
            <a:ext cx="379476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90104" y="1380744"/>
            <a:ext cx="377647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90688" y="146304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36992" y="146304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83296" y="146304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75320" y="141732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index.html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790688" y="1755648"/>
            <a:ext cx="3575304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27848" y="185623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82712" y="1929384"/>
            <a:ext cx="146304" cy="118872"/>
          </a:xfrm>
          <a:prstGeom prst="rt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57032" y="17556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COMPANY NAME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9628632" y="1755648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177272" y="1755648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725912" y="1755648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About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5806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Sources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https://tailwindcss.com/docs/background-color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https://tailwindcss.com/docs/color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Active &amp; Hover States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66751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481328"/>
            <a:ext cx="630936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href="/index.html" aria-current="page"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class="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rounded-md bg-gray-900 px-3 py-2 text-white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Home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&lt;/a&gt;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href="/projects.html"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class="rounded-md px-3 py-2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text-gray-300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hover:bg-gray-700 hover:text-white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Projects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&lt;/a&gt;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4617720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" y="4690872"/>
            <a:ext cx="6345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nav-item active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 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bg-gray-900 text-white  +  aria-current="page"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680960" y="1371600"/>
            <a:ext cx="379476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90104" y="1380744"/>
            <a:ext cx="377647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90688" y="146304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36992" y="146304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83296" y="146304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75320" y="141732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index.html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790688" y="1755648"/>
            <a:ext cx="3575304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27848" y="17556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COMPANY NAME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610344" y="1847088"/>
            <a:ext cx="512064" cy="274320"/>
          </a:xfrm>
          <a:prstGeom prst="roundRect">
            <a:avLst>
              <a:gd name="adj" fmla="val 20000"/>
            </a:avLst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177272" y="1755648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25912" y="1755648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About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2880360"/>
            <a:ext cx="3794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hover: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applies a class only while the mouse is over the link. </a:t>
            </a:r>
            <a:pPr indent="0" marL="0">
              <a:buNone/>
            </a:pPr>
            <a:r>
              <a:rPr lang="en-US" sz="14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aria-current="page"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tells screen readers which page is active.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https://tailwindcss.com/docs/hover-focus-and-other-states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More Examples</a:t>
            </a:r>
            <a:endParaRPr lang="en-US" sz="30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685800" y="29260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https://tailwindcss.com/docs/hover-focus-and-other-states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entury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Tailwind Navbar</dc:title>
  <dc:subject>Tailwind CSS</dc:subject>
  <dc:creator>Ranken Technical College</dc:creator>
  <cp:lastModifiedBy>Ranken Technical College</cp:lastModifiedBy>
  <cp:revision>1</cp:revision>
  <dcterms:created xsi:type="dcterms:W3CDTF">2026-10-08T13:18:10Z</dcterms:created>
  <dcterms:modified xsi:type="dcterms:W3CDTF">2026-10-08T13:18:10Z</dcterms:modified>
</cp:coreProperties>
</file>